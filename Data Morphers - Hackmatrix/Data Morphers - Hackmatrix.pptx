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3" r:id="rId4"/>
    <p:sldId id="262" r:id="rId5"/>
    <p:sldId id="261" r:id="rId6"/>
    <p:sldId id="260" r:id="rId7"/>
    <p:sldId id="259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48130-1FB1-F7AE-07EB-93963E633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D4916-0B38-76EE-750D-3D50F64A2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8DE80-911E-51EC-5FE8-4707FEC9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C2B19-6201-0164-C148-721D777F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BBA85-E186-1F6B-2E35-0B8A73F02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49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D6F6-DB88-A4C2-471F-7E923910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F3D1A-CFB5-ED30-6794-33CF56338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35F6C-80E2-BBA8-D6C3-C80B3B78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A421F-D18A-AE1A-B54E-70EBA7DB7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9DABE-AA67-4E69-2DC1-48338C09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72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4FAF-E28F-5F20-C133-42498080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B8886-AD73-8E07-47CF-BEBF8512A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2A918-F9E0-BB84-4E10-6C242B4AF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5771A-2DDC-E760-B10E-9388F2BA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51B75-6E3C-7EAB-F045-C05599C2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71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1A0B-C853-E02E-EE2F-4591522F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2DC0-87BE-974A-2B69-430B55BA6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781DF-7A18-39A6-2416-81565307E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16085-F37B-DE31-D31C-9D79542B6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E4F54-2321-0586-98E5-F9C3772F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A0438-4321-A5D0-6853-E23D7661A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3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F42D-35B6-108B-E4FE-0A82D305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E4B36-0C8B-7351-E0CA-AD6E3A717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C2EB6-747C-0366-82ED-5C57888B8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C981D-A367-4417-A8FF-E834352EA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5F1B77-7DE7-FBD4-ECF3-2708513C4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1958B-E0B1-57E5-118E-05B52B6FD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8C821-BB6E-C6D9-AD84-CF6CCB83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F1BF04-8BA0-5E0E-983E-367271FF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6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AFF3-B7D5-1507-BA65-F7581F3F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977A5-0FFA-F1D9-3D71-3A29366C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05DE34-DBCE-FF9E-C07C-951EDFE5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76255-A857-882D-9946-663E29B9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19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27753-4D89-ADA8-370D-3F54E1BE3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CA5DD-703A-E4C2-249E-BA8ABFFA6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5242A-A396-DD30-AC23-0D40672B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36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D5CC2-929F-2944-EBD5-AFB1BC2D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9760E-0A2D-9C7F-D662-C185E8030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39633-F550-F31B-D49B-9C59849D3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B6364-E202-C9DC-B8A9-721C2263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312C8-1C0D-339B-E43D-46B442C64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EDE02-91D6-932F-DA1B-8CB7B2F3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52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C896-3776-10A6-C554-4C3D4065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D39E6-9B90-5542-3B07-742436EC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752D7-1421-6443-FC77-6CDAF5DA1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53AD7-757B-B64F-50FE-E42D707E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BC30B-C8AF-F6F3-7DE4-7EA2143C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CE7C3-E5FF-4F28-87CA-52831815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55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591D-573D-61DF-0875-D6D8FC7E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DBF03-17D8-4056-01CD-225F1ABDC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A47C0-D4E4-BE8D-3F9D-3E067315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BBF42-D04C-957E-E17F-5AC9098F5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72CB2-42CE-8CCB-49DE-A6537A02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5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D802A9-D748-94C2-14AD-5F77CC3A3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0EE1F-B106-AE5B-D9CA-2FD87011D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45A8C-0F42-99FB-8FBE-471104266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5DB71-76FC-C056-4379-4F6EF86D7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ABFCD-ACC5-4212-A90B-279E19BB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9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F79AF1-7F90-E4D1-48C7-8DE4F12B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94BA6-26C3-5A69-3BD7-4E9CEE0F3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3E3AC-6BC4-8246-EF61-D4E8D29B9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D7577-2410-45D4-9227-D5D0B529A44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311F1-9EE9-E076-E385-64131A82D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14C01-75F2-0C61-8B97-D6719B63C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E3123-EA7D-4FB2-BD04-FB00D6B2A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31D54D-BC5B-0AE9-355E-C824C09EF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7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FACE9E-B3F0-3DDB-5250-5689DABA4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8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DB21E4-7749-8A04-9240-056D6A958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15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4226DE-1E5F-4AE7-FA8C-9FF245C4E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89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9C0E30-6070-FCA3-ECFA-8FBD2C462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09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1892B9-0AEC-DB4E-E4EE-6E9F39C9E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53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DEC543-B56F-DD9C-86F9-0D9548F2C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98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B0244F-282D-E586-234B-A9609EADB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1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Rogue Knight</dc:creator>
  <cp:lastModifiedBy>Rogue Knight</cp:lastModifiedBy>
  <cp:revision>1</cp:revision>
  <dcterms:created xsi:type="dcterms:W3CDTF">2025-03-14T08:52:07Z</dcterms:created>
  <dcterms:modified xsi:type="dcterms:W3CDTF">2025-03-14T08:55:32Z</dcterms:modified>
</cp:coreProperties>
</file>