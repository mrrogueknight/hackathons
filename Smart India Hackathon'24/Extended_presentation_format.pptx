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84E9-0E86-CFD9-F03B-3566DE636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E5CB2-8492-4366-13D7-B9824EF84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19C8C-9C61-6553-8470-83E3A53C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F0EA-C772-C03C-8555-037DA18EB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F817A-BB7D-A5DE-A685-726E0FE0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72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BE6F0-F2C4-DA25-5C88-D6D6208A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7D5C2-059F-58C4-E481-4F6A03FA2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10FDA-0771-33AC-3DA5-40FA82E2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FE7D2-DFEC-FEE2-42EF-7934EB62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E1DF2-605A-169E-E187-49EEB2DC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34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156A-612D-A41E-4C70-2D5B385F5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4116F-70B8-CAD2-025A-0BAA43333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A9B73-6059-C083-0A0C-338BC861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3E3B-ED30-7361-6166-0EEE2FD7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CF2CF-E4EF-42FE-3EFD-B3BE92C7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659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9E75-800C-91A3-5301-A08AFE5A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D2D0E-4391-89AE-B13F-352CBA44F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5466F-AD01-4EF6-7D64-A68F9212E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24134-8782-9315-81EB-16099407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FF505-3445-9E9F-FA9B-32FEC562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B8CB2-6E32-F480-6CC9-4C7DEF033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038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1DA9-20DC-54B3-864C-637BF397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AA8E7-54BF-01D2-DC8D-4E3D87BFF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6228C-70A7-BB2D-F56A-C0766B8D1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9D2398-BB1A-C555-DBD8-B8FE7C018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2D743-5A25-B38E-F4E6-0FF788217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A8363-DCAC-EF88-6278-F6F63438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468B83-F8A6-6A59-82B0-4D4CD6D2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7E203-E5F7-4520-B97B-8553C851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86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A713-A5B0-FCB8-5BBA-9C9C8478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9D182-C715-2E4A-9DD8-545BE3E4E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D7204-92FF-8383-631A-35551A25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E7B05-A558-EC93-A3F2-85735FA87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92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8EECC-9356-53F9-ADDF-83B32CC1C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D5C32-20BC-EC86-31FC-69173484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128FD-2749-49AF-1C0D-6085889F8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3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3828-EBA4-43C9-ACD6-93008641D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F574-FE09-FC9F-C1C3-D9BBE5CE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91AA6-8200-7E23-3A42-35F22755C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5EBB6-FD25-8891-2383-19A0F732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1B58F-CDED-9833-4604-091DB315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03BD2-96CF-E002-47FD-1817993DF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41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406F-F9D5-CE61-1CD8-9D5A4F864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26789A-AAFF-144B-2EEF-D35388AC7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F8597-91EA-FEF4-5FEE-34B7143E4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061CB-0A01-4E4D-51E8-6F53AD55C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A1A22-2D77-C1A2-67D9-463C5644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8A1A2-6855-5030-DC10-A84BBE8D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739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C6AE-79CC-6552-BFB9-8FB4ADB5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BFC84-F9DF-F2E1-B8ED-087AC6DC8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FC52E-ABFA-2BC2-A2A6-7344B761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69F8E-71B3-AEA8-6E79-3BAECC13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1242A-7006-0C3A-0231-B5E6C5F3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15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DC0977-9B25-9274-DAF9-4C6B2131D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BEDC5-0072-10FE-1494-D26EADB34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D62EE-669F-71B3-AE9C-D849095C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25116-609D-BDBD-88DD-A4DA4E40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7BD1-8496-5A55-AEB7-10F0DCCF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15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D4224E-5B96-07BE-94DA-02014DBB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492F9-E012-57E1-EEA4-A8537D30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38065-2401-B831-C4BB-50AC7DB3C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AE9AA-E943-4354-BBD4-11078B7D256B}" type="datetimeFigureOut">
              <a:rPr lang="en-IN" smtClean="0"/>
              <a:t>04-09-2024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31864-B361-AC66-2EA3-C354F3A25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62EDD-9980-BC8A-7AFB-B501B3527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F62B1-0A52-442D-A45D-C5CB75B143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8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087DA-1536-3F41-0540-49AE67196C37}"/>
              </a:ext>
            </a:extLst>
          </p:cNvPr>
          <p:cNvSpPr txBox="1"/>
          <p:nvPr/>
        </p:nvSpPr>
        <p:spPr>
          <a:xfrm>
            <a:off x="404438" y="768858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83E43-CD25-CD22-DD7E-0C2B34AC17A7}"/>
              </a:ext>
            </a:extLst>
          </p:cNvPr>
          <p:cNvSpPr txBox="1"/>
          <p:nvPr/>
        </p:nvSpPr>
        <p:spPr>
          <a:xfrm>
            <a:off x="5450959" y="246400"/>
            <a:ext cx="1756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Title Page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51794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D83E43-CD25-CD22-DD7E-0C2B34AC17A7}"/>
              </a:ext>
            </a:extLst>
          </p:cNvPr>
          <p:cNvSpPr txBox="1"/>
          <p:nvPr/>
        </p:nvSpPr>
        <p:spPr>
          <a:xfrm>
            <a:off x="363294" y="176454"/>
            <a:ext cx="7935827" cy="88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20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Instructions</a:t>
            </a:r>
            <a:r>
              <a:rPr lang="en-IN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1) Please prepare an extended PPT (10-15 Slides) addressing the following points/questions for your idea submission.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2) Provide references to justify your answers wherever required.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BC035F-B00A-BDA0-6FF4-B42654E58A5E}"/>
              </a:ext>
            </a:extLst>
          </p:cNvPr>
          <p:cNvSpPr txBox="1"/>
          <p:nvPr/>
        </p:nvSpPr>
        <p:spPr>
          <a:xfrm>
            <a:off x="363294" y="1060029"/>
            <a:ext cx="11752505" cy="576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050" b="1" u="sng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Points/Questions</a:t>
            </a:r>
            <a:r>
              <a:rPr lang="en-IN" sz="1050" b="1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228600" indent="-2286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US" sz="105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 Statement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Q.1: 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specific problem are you addressing in your proposal? (Provide a brief description of the issue.)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Q.2: What is the underlying problem as per your understanding? </a:t>
            </a:r>
            <a:endParaRPr lang="en-US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2) </a:t>
            </a:r>
            <a:r>
              <a:rPr lang="en-US" sz="105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Relevant Industry/Ministry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Q.1: 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Which industry or ministry is associated with the problem you're solving? (Name and briefly describe the connection.)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3) </a:t>
            </a:r>
            <a:r>
              <a:rPr lang="en-US" sz="105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 Solutions and Research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Q.1: 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are the current state-of-the-art solutions available for this problem? (Include a list of key references and existing technologies.)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Q.2: Have you identified any problem/shortcoming, which is present in the current available solutions or state-of-the-art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and you are addressing them in your solution? </a:t>
            </a:r>
            <a:endParaRPr lang="en-US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4) </a:t>
            </a:r>
            <a:r>
              <a:rPr lang="en-US" sz="105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Proposed Solution Model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Q.1: 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Describe your solution model in 4-5 bullet points or provide a schematic representation. You may include your system model.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5) </a:t>
            </a:r>
            <a:r>
              <a:rPr lang="en-US" sz="105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Novelty of the Solution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Q.1: 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makes your solution unique or innovative compared to existing solutions or state-of-the-art?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6) </a:t>
            </a:r>
            <a:r>
              <a:rPr lang="en-US" sz="1050" u="sng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Feasibility of your Solution</a:t>
            </a: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Q.1: How is your solution feasible for the concern theme and industry/organization?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US" sz="105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Prototype Development Status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Q.1: 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current status of your prototype? (Rate on a scale of 1 to 5)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Q.2: What are your future plans for prototype development, and what is your timeline to achieve them?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8) </a:t>
            </a:r>
            <a:r>
              <a:rPr lang="en-US" sz="1050" u="sng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Efficiency of your Solution</a:t>
            </a:r>
            <a:r>
              <a:rPr lang="en-US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Q.1: How efficient is your solution in terms of computation power, storage, and various resources involved in the implementation and deployment?</a:t>
            </a:r>
            <a:endParaRPr lang="en-IN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43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376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Singh Baghel</dc:creator>
  <cp:lastModifiedBy>Vivek Singh Baghel</cp:lastModifiedBy>
  <cp:revision>1</cp:revision>
  <dcterms:created xsi:type="dcterms:W3CDTF">2024-09-04T12:20:03Z</dcterms:created>
  <dcterms:modified xsi:type="dcterms:W3CDTF">2024-09-04T12:45:20Z</dcterms:modified>
</cp:coreProperties>
</file>